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B"/>
    <a:srgbClr val="BDBEEE"/>
    <a:srgbClr val="8E92E3"/>
    <a:srgbClr val="6166D6"/>
    <a:srgbClr val="1C25C6"/>
    <a:srgbClr val="4C05FF"/>
    <a:srgbClr val="4105FF"/>
    <a:srgbClr val="2305FF"/>
    <a:srgbClr val="2074FC"/>
    <a:srgbClr val="572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5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69EBA-B787-47B9-8899-0165F85EDD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B5CE8-0DC7-47C2-ADB0-EFF4266F3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3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82B5507-744C-9011-7DF5-AD133190E4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DDD97-29EC-45C0-D530-A2A228B1B0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179003"/>
            <a:ext cx="5486400" cy="1828800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Document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F7754-4105-84C1-1EAE-70C0B70D2C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078605"/>
            <a:ext cx="5486400" cy="82804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Project name and milestone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024C0EB-E576-42F1-B002-B57DE31D388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524000" y="1432561"/>
            <a:ext cx="1157287" cy="675640"/>
          </a:xfrm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r>
              <a:rPr lang="en-US" dirty="0"/>
              <a:t>Logo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D3EFF6-5853-1EFE-C4A9-DB33DB990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4977447"/>
            <a:ext cx="5486400" cy="26511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0080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844632-6966-8B87-7634-B73507C40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42536"/>
            <a:ext cx="9777924" cy="248846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26D013-E5E0-8965-ABB7-727A17D7D5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7569" y="1435918"/>
            <a:ext cx="11875542" cy="4954943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11300345" cy="1050914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Action title here</a:t>
            </a:r>
          </a:p>
        </p:txBody>
      </p:sp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2931CF01-04FA-621F-8257-ECCC9229A2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133743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35EF2-543B-A05B-0138-3BBE9CAEF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9571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11300345" cy="935355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Action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779A-517E-9BAE-71A1-F6256A67EE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5846" y="1771000"/>
            <a:ext cx="11863532" cy="4653135"/>
          </a:xfrm>
        </p:spPr>
        <p:txBody>
          <a:bodyPr l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133743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5718C2FA-324B-C8FB-EDDA-2496AF8CA6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376" y="1379144"/>
            <a:ext cx="9778158" cy="373456"/>
          </a:xfrm>
        </p:spPr>
        <p:txBody>
          <a:bodyPr anchor="t">
            <a:noAutofit/>
          </a:bodyPr>
          <a:lstStyle>
            <a:lvl1pPr>
              <a:buNone/>
              <a:defRPr sz="1600" b="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Optional descriptive subtitle here</a:t>
            </a: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8CDB2D58-2216-85B5-F4CD-EB9EF31C00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03726" y="1373505"/>
            <a:ext cx="1446995" cy="373456"/>
          </a:xfrm>
        </p:spPr>
        <p:txBody>
          <a:bodyPr anchor="ctr"/>
          <a:lstStyle>
            <a:lvl1pPr algn="l">
              <a:buNone/>
              <a:defRPr sz="1000" u="sng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C8352A77-FAFA-D8CB-1713-6514096A72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42536"/>
            <a:ext cx="9777924" cy="248846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F41FB7A-9FBA-9D4C-98D4-8F44A3DCD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4997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11300345" cy="935355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Action title here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133743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5718C2FA-324B-C8FB-EDDA-2496AF8CA6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376" y="1379144"/>
            <a:ext cx="9778158" cy="373456"/>
          </a:xfrm>
        </p:spPr>
        <p:txBody>
          <a:bodyPr anchor="t">
            <a:noAutofit/>
          </a:bodyPr>
          <a:lstStyle>
            <a:lvl1pPr>
              <a:buNone/>
              <a:defRPr sz="1600" b="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Optional descriptive subtitle here</a:t>
            </a: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8CDB2D58-2216-85B5-F4CD-EB9EF31C00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03726" y="1373505"/>
            <a:ext cx="1446995" cy="373456"/>
          </a:xfrm>
        </p:spPr>
        <p:txBody>
          <a:bodyPr anchor="ctr"/>
          <a:lstStyle>
            <a:lvl1pPr algn="l">
              <a:buNone/>
              <a:defRPr sz="1000" u="sng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C8352A77-FAFA-D8CB-1713-6514096A72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42536"/>
            <a:ext cx="9777924" cy="248846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F41FB7A-9FBA-9D4C-98D4-8F44A3DCD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62021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4609-9ED8-5433-8A3D-191D9FE2E7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2" y="1615306"/>
            <a:ext cx="3455855" cy="8850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013CD51-22F3-A87B-C104-148BC3193A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80013" y="1616075"/>
            <a:ext cx="6570662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5CFCAB8B-F66E-95E1-1F28-FE2067DC1C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54301"/>
            <a:ext cx="10405584" cy="220260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CBB302B-5A2B-15F2-D8C0-AD6429D9B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4164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8404065" cy="1215071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8E8CC-4254-B97D-226A-B79ACFC8D167}"/>
              </a:ext>
            </a:extLst>
          </p:cNvPr>
          <p:cNvSpPr/>
          <p:nvPr userDrawn="1"/>
        </p:nvSpPr>
        <p:spPr>
          <a:xfrm>
            <a:off x="9052560" y="1978"/>
            <a:ext cx="313944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119B38-13C0-83F2-3BA8-AE1E95CC667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250680" y="1879600"/>
            <a:ext cx="2500042" cy="4187512"/>
          </a:xfrm>
        </p:spPr>
        <p:txBody>
          <a:bodyPr/>
          <a:lstStyle>
            <a:lvl1pPr marL="0">
              <a:buNone/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Key takeaways or considerations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FD92C3-B261-6532-96FE-29EEDB2B87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4000" y="1607352"/>
            <a:ext cx="8600441" cy="4810678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06CB5649-44BA-AA60-7E08-10FD54D8D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88189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BA743330-75CD-34E6-FBB0-AB65D78F4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54301"/>
            <a:ext cx="8404065" cy="220260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3282E55-01C0-85A4-4EB5-11A96352E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4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7" y="365125"/>
            <a:ext cx="7466968" cy="1215071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8E8CC-4254-B97D-226A-B79ACFC8D167}"/>
              </a:ext>
            </a:extLst>
          </p:cNvPr>
          <p:cNvSpPr/>
          <p:nvPr userDrawn="1"/>
        </p:nvSpPr>
        <p:spPr>
          <a:xfrm>
            <a:off x="8168640" y="0"/>
            <a:ext cx="402336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119B38-13C0-83F2-3BA8-AE1E95CC667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24614" y="1879600"/>
            <a:ext cx="3326108" cy="4187512"/>
          </a:xfrm>
        </p:spPr>
        <p:txBody>
          <a:bodyPr/>
          <a:lstStyle>
            <a:lvl1pPr marL="0">
              <a:buNone/>
              <a:defRPr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Exhibit or appendix to the main part of the slide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FD92C3-B261-6532-96FE-29EEDB2B87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4000" y="1597412"/>
            <a:ext cx="7914640" cy="4835183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06CB5649-44BA-AA60-7E08-10FD54D8D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88189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9CAB311A-19CC-1682-4BE8-52851A351D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7" y="6454301"/>
            <a:ext cx="7718264" cy="232026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787A72F-DEEE-5AE2-E472-4D56A6FF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07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8" y="365125"/>
            <a:ext cx="5326230" cy="1215071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8E8CC-4254-B97D-226A-B79ACFC8D167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119B38-13C0-83F2-3BA8-AE1E95CC667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22794" y="1879600"/>
            <a:ext cx="5427928" cy="4187512"/>
          </a:xfrm>
        </p:spPr>
        <p:txBody>
          <a:bodyPr/>
          <a:lstStyle>
            <a:lvl1pPr marL="0">
              <a:buNone/>
              <a:defRPr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Exhibit or appendix to the main part of the slide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FD92C3-B261-6532-96FE-29EEDB2B87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4001" y="1597412"/>
            <a:ext cx="5841998" cy="4835183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06CB5649-44BA-AA60-7E08-10FD54D8D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88189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95EAC0E-2C6F-7651-648B-C297F1BF7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54301"/>
            <a:ext cx="5645623" cy="220260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9A1276D-5ABB-5A1B-5349-87B46359C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21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A8E8CC-4254-B97D-226A-B79ACFC8D167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26BC9F-0D24-3F1E-081B-1CC5592AA91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15394" y="1879600"/>
            <a:ext cx="5335328" cy="4187512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First level with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826989-60B7-3EEE-268D-9D3B99214A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0350" y="1596007"/>
            <a:ext cx="5835650" cy="4836589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15ED470-B825-4D94-93CE-684870C41B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5326231" cy="1215071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D823CFF2-348B-413B-820B-D4AC560E3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88189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C24B83A6-B121-21C0-DD0D-E46C6850EC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376" y="6454301"/>
            <a:ext cx="8404065" cy="220260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89B4BB9-4016-D606-1A15-41DF6EB41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35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A8E8CC-4254-B97D-226A-B79ACFC8D167}"/>
              </a:ext>
            </a:extLst>
          </p:cNvPr>
          <p:cNvSpPr/>
          <p:nvPr userDrawn="1"/>
        </p:nvSpPr>
        <p:spPr>
          <a:xfrm>
            <a:off x="3810001" y="0"/>
            <a:ext cx="838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7" y="1879600"/>
            <a:ext cx="2918345" cy="1245235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844632-6966-8B87-7634-B73507C40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2120" y="6459940"/>
            <a:ext cx="6275158" cy="220260"/>
          </a:xfrm>
        </p:spPr>
        <p:txBody>
          <a:bodyPr/>
          <a:lstStyle>
            <a:lvl1pPr>
              <a:buNone/>
              <a:defRPr sz="1000"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7" y="1463040"/>
            <a:ext cx="2918345" cy="23876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26BC9F-0D24-3F1E-081B-1CC5592AA91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62120" y="691322"/>
            <a:ext cx="7488602" cy="573133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 err="1"/>
              <a:t>Gridd</a:t>
            </a:r>
            <a:r>
              <a:rPr lang="en-US" dirty="0"/>
              <a:t> or first level with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F0B0477-2059-6613-D7FB-EC5937180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3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11300345" cy="935355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113198"/>
            <a:ext cx="5326231" cy="190500"/>
          </a:xfrm>
        </p:spPr>
        <p:txBody>
          <a:bodyPr anchor="ctr">
            <a:noAutofit/>
          </a:bodyPr>
          <a:lstStyle>
            <a:lvl1pPr algn="l">
              <a:buNone/>
              <a:defRPr sz="1000">
                <a:solidFill>
                  <a:schemeClr val="tx2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67F6FB-8340-E392-EA43-BBA6ABC26C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700" y="1319036"/>
            <a:ext cx="11737339" cy="5113560"/>
          </a:xfrm>
        </p:spPr>
        <p:txBody>
          <a:bodyPr lIns="274320"/>
          <a:lstStyle>
            <a:lvl1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AA354770-EBCF-B1B4-0740-358C0A30F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610" y="6459940"/>
            <a:ext cx="8403831" cy="220260"/>
          </a:xfrm>
        </p:spPr>
        <p:txBody>
          <a:bodyPr/>
          <a:lstStyle>
            <a:lvl1pPr>
              <a:buNone/>
              <a:defRPr sz="1000">
                <a:solidFill>
                  <a:schemeClr val="tx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4D41466-270C-FDA8-09F5-FCB4D8B82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42535"/>
            <a:ext cx="772160" cy="232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130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/4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1D88D3-7732-3229-61A1-92162C17CC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8438" y="0"/>
            <a:ext cx="310356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376" y="365125"/>
            <a:ext cx="8404065" cy="1216152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844632-6966-8B87-7634-B73507C40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610" y="6459940"/>
            <a:ext cx="8403831" cy="220260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76" y="113198"/>
            <a:ext cx="5326231" cy="190500"/>
          </a:xfrm>
        </p:spPr>
        <p:txBody>
          <a:bodyPr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5CB2D4F-27EE-AAC9-CA9E-615C322D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59940"/>
            <a:ext cx="772160" cy="213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F9AF85-081F-5AB7-3303-0D6AA5C087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0350" y="1600245"/>
            <a:ext cx="8828088" cy="4849755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3912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/4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1D88D3-7732-3229-61A1-92162C17CC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10356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2B79B-8496-583C-85B2-D5DC4A806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6656" y="365125"/>
            <a:ext cx="8404065" cy="1216152"/>
          </a:xfrm>
        </p:spPr>
        <p:txBody>
          <a:bodyPr>
            <a:noAutofit/>
          </a:bodyPr>
          <a:lstStyle>
            <a:lvl1pPr>
              <a:defRPr sz="32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Add action title here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844632-6966-8B87-7634-B73507C40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6656" y="6469879"/>
            <a:ext cx="7285784" cy="213662"/>
          </a:xfrm>
        </p:spPr>
        <p:txBody>
          <a:bodyPr/>
          <a:lstStyle>
            <a:lvl1pPr>
              <a:buNone/>
              <a:defRPr sz="100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Source: 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B89AF98-4739-1E73-300C-6142424D5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6656" y="113198"/>
            <a:ext cx="5326231" cy="190500"/>
          </a:xfrm>
        </p:spPr>
        <p:txBody>
          <a:bodyPr>
            <a:noAutofit/>
          </a:bodyPr>
          <a:lstStyle>
            <a:lvl1pPr algn="l">
              <a:buNone/>
              <a:defRPr sz="1000"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B23D47-C12C-23B0-E741-E3A0E32474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03562" y="1616521"/>
            <a:ext cx="8893698" cy="4843419"/>
          </a:xfrm>
        </p:spPr>
        <p:txBody>
          <a:bodyPr lIns="274320" tIns="274320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Gridd or text goes here</a:t>
            </a:r>
          </a:p>
          <a:p>
            <a:pPr lvl="1"/>
            <a:r>
              <a:rPr lang="en-US" dirty="0"/>
              <a:t>Second level bullets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6765EDF-1095-DF3B-76C7-399BDEE93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59940"/>
            <a:ext cx="772160" cy="213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7160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0B2E-C413-EBE3-6254-D8C154808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 only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8DA6329-6AE5-9EE7-1384-41CE8FDAB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59940"/>
            <a:ext cx="772160" cy="213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397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D6B0-4286-5C71-8E18-BD36C80B5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095750"/>
            <a:ext cx="10131552" cy="1133475"/>
          </a:xfrm>
        </p:spPr>
        <p:txBody>
          <a:bodyPr anchor="b"/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Divider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47ACA-67C5-21DD-FB51-E37616C31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59940"/>
            <a:ext cx="772160" cy="213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80B0594-27D3-265D-B986-47F6B0FDE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459940"/>
            <a:ext cx="772160" cy="213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91136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C81C8-9921-C013-98E6-B7AF3E28D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E1B99-71C5-35AF-B599-9E93F2AF6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63A2D82-866C-DB2E-2091-2A1E7B280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10795" y="5608320"/>
            <a:ext cx="772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3789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89D57E-7F7D-795F-9A7D-920DCF83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2520" cy="991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E9540-3E7C-959D-5349-586248EA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9125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C9A71-B338-0A11-54C4-D4C20E3A7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992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1B20-0305-823B-3210-F893FF592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8560" y="6356350"/>
            <a:ext cx="772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3E38C-C437-4360-BBC6-B5A490666601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305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8" r:id="rId3"/>
    <p:sldLayoutId id="2147483693" r:id="rId4"/>
    <p:sldLayoutId id="2147483687" r:id="rId5"/>
    <p:sldLayoutId id="2147483676" r:id="rId6"/>
    <p:sldLayoutId id="2147483685" r:id="rId7"/>
    <p:sldLayoutId id="2147483686" r:id="rId8"/>
    <p:sldLayoutId id="2147483679" r:id="rId9"/>
    <p:sldLayoutId id="2147483680" r:id="rId10"/>
    <p:sldLayoutId id="2147483683" r:id="rId11"/>
    <p:sldLayoutId id="2147483681" r:id="rId12"/>
    <p:sldLayoutId id="2147483682" r:id="rId13"/>
    <p:sldLayoutId id="2147483654" r:id="rId14"/>
    <p:sldLayoutId id="2147483651" r:id="rId15"/>
    <p:sldLayoutId id="2147483655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Bodoni MT" panose="02070603080606020203" pitchFamily="18" charset="0"/>
          <a:cs typeface="Bodoni MT" panose="02070603080606020203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CCD0-189E-3196-A8EC-AF78E3DF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D8AE26B4-2B3A-4758-4ECA-27DF1AD1C277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76213" y="1771650"/>
              <a:ext cx="11863387" cy="465296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9" name="Content Placeholder 8">
                <a:extLst>
                  <a:ext uri="{FF2B5EF4-FFF2-40B4-BE49-F238E27FC236}">
                    <a16:creationId xmlns:a16="http://schemas.microsoft.com/office/drawing/2014/main" id="{D8AE26B4-2B3A-4758-4ECA-27DF1AD1C2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213" y="1771650"/>
                <a:ext cx="11863387" cy="465296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87239-3EA4-66A1-523B-BF129AD815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0FC8D-36F3-FD10-9A72-9103A5FABE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87C94A-7E3A-093A-0E3E-D2F21CCC77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B210A-AAD1-0202-4633-08FD73BFDF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3048C1-8B4C-73FD-FDB6-EFD48CCE9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73E38C-C437-4360-BBC6-B5A490666601}" type="slidenum">
              <a:rPr lang="en-US" smtClean="0"/>
              <a:pPr/>
              <a:t>1</a:t>
            </a:fld>
            <a:endParaRPr lang="en-US" sz="1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7500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IDD_STYLESHEET" val="{&quot;selectedSheet&quot;:&quot;default&quot;,&quot;sheets&quot;:{&quot;default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fontUnderlined&quot;:false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fontUnderlined&quot;:false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Highlight&quot;,&quot;fontFamily&quot;:&quot;Calisto MT&quot;,&quot;fontColor&quot;:&quot;accent2&quot;,&quot;fontColor2&quot;:&quot;text2&quot;,&quot;fontWeight&quot;:&quot;bold&quot;,&quot;fontStyle&quot;:&quot;normal&quot;,&quot;fontSize&quot;:&quot;22pt&quot;,&quot;fontUnderlined&quot;:false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fontUnderlined&quot;:false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fontUnderlined&quot;:false},{&quot;name&quot;:&quot;Custom1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2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3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002C58&quot;},{&quot;name&quot;:&quot;accent1&quot;,&quot;value&quot;:&quot;#001866&quot;},{&quot;name&quot;:&quot;accent2&quot;,&quot;value&quot;:&quot;#4C05FF&quot;},{&quot;name&quot;:&quot;secondary1&quot;,&quot;value&quot;:&quot;#5Da8f9&quot;},{&quot;name&quot;:&quot;secondary2&quot;,&quot;value&quot;:&quot;#e8f0fa&quot;},{&quot;name&quot;:&quot;shading1&quot;,&quot;value&quot;:&quot;#eAeaea&quot;},{&quot;name&quot;:&quot;shading2&quot;,&quot;value&quot;:&quot;#c0c0c0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3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ashed&quot;}],&quot;dataVisualizationColors&quot;:{&quot;sequential&quot;:[&quot;#1d25c4&quot;,&quot;#6166d6&quot;,&quot;#8e92e1&quot;,&quot;#BBBEED&quot;,&quot;#E8E9F9&quot;],&quot;diverging&quot;:[&quot;#4DC1FF&quot;,&quot;#4170F3&quot;,&quot;#7A6DEF&quot;,&quot;#B36BF1&quot;,&quot;#DB64FF&quot;]},&quot;statusColors&quot;:[{&quot;name&quot;:&quot;success&quot;,&quot;value&quot;:&quot;#009917&quot;},{&quot;name&quot;:&quot;warning&quot;,&quot;value&quot;:&quot;#FFD000&quot;},{&quot;name&quot;:&quot;danger&quot;,&quot;value&quot;:&quot;#DD0000&quot;}],&quot;lineSpacing&quot;:[{&quot;id&quot;:&quot;8pt&quot;,&quot;paragraph&quot;:1,&quot;line&quot;:1},{&quot;id&quot;:&quot;9pt&quot;,&quot;paragraph&quot;:1,&quot;line&quot;:1},{&quot;id&quot;:&quot;10pt&quot;,&quot;paragraph&quot;:2,&quot;line&quot;:1.15},{&quot;id&quot;:&quot;11pt&quot;,&quot;paragraph&quot;:2,&quot;line&quot;:1.15},{&quot;id&quot;:&quot;12pt&quot;,&quot;paragraph&quot;:2,&quot;line&quot;:1.15},{&quot;id&quot;:&quot;13pt&quot;,&quot;paragraph&quot;:3,&quot;line&quot;:1.3},{&quot;id&quot;:&quot;14pt&quot;,&quot;paragraph&quot;:3,&quot;line&quot;:1.3},{&quot;id&quot;:&quot;15pt&quot;,&quot;paragraph&quot;:3,&quot;line&quot;:1.3},{&quot;id&quot;:&quot;16pt&quot;,&quot;paragraph&quot;:4,&quot;line&quot;:1.4},{&quot;id&quot;:&quot;17pt&quot;,&quot;paragraph&quot;:4,&quot;line&quot;:1.4},{&quot;id&quot;:&quot;18pt&quot;,&quot;paragraph&quot;:4,&quot;line&quot;:1.4}]},&quot;Red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fontUnderlined&quot;:false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fontUnderlined&quot;:false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Highlight&quot;,&quot;fontFamily&quot;:&quot;Calisto MT&quot;,&quot;fontColor&quot;:&quot;accent2&quot;,&quot;fontColor2&quot;:&quot;text2&quot;,&quot;fontWeight&quot;:&quot;bold&quot;,&quot;fontStyle&quot;:&quot;normal&quot;,&quot;fontSize&quot;:&quot;22pt&quot;,&quot;fontUnderlined&quot;:false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fontUnderlined&quot;:false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fontUnderlined&quot;:false},{&quot;name&quot;:&quot;Custom1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2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3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240000&quot;},{&quot;name&quot;:&quot;accent1&quot;,&quot;value&quot;:&quot;#FB031B&quot;},{&quot;name&quot;:&quot;accent2&quot;,&quot;value&quot;:&quot;#2e4a64&quot;},{&quot;name&quot;:&quot;secondary1&quot;,&quot;value&quot;:&quot;#bdc5cc&quot;},{&quot;name&quot;:&quot;secondary2&quot;,&quot;value&quot;:&quot;#ffe9ec&quot;},{&quot;name&quot;:&quot;shading1&quot;,&quot;value&quot;:&quot;#dadada&quot;},{&quot;name&quot;:&quot;shading2&quot;,&quot;value&quot;:&quot;#bbbbbb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3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ashed&quot;}],&quot;dataVisualizationColors&quot;:{&quot;sequential&quot;:[&quot;#fb031b&quot;,&quot;#fc4f5f&quot;,&quot;#fd818d&quot;,&quot;#feb3bb&quot;,&quot;#ffe6e8&quot;],&quot;diverging&quot;:[&quot;#c10d1f&quot;,&quot;#c10d9d&quot;,&quot;#8d52a1&quot;,&quot;#5652a1&quot;,&quot;#085caa&quot;]},&quot;statusColors&quot;:[{&quot;name&quot;:&quot;success&quot;,&quot;value&quot;:&quot;#009917&quot;},{&quot;name&quot;:&quot;warning&quot;,&quot;value&quot;:&quot;#FFD000&quot;},{&quot;name&quot;:&quot;danger&quot;,&quot;value&quot;:&quot;#DD0000&quot;}],&quot;lineSpacing&quot;:[{&quot;id&quot;:&quot;8pt&quot;,&quot;paragraph&quot;:1,&quot;line&quot;:1},{&quot;id&quot;:&quot;9pt&quot;,&quot;paragraph&quot;:1,&quot;line&quot;:1},{&quot;id&quot;:&quot;10pt&quot;,&quot;paragraph&quot;:2,&quot;line&quot;:1.15},{&quot;id&quot;:&quot;11pt&quot;,&quot;paragraph&quot;:2,&quot;line&quot;:1.15},{&quot;id&quot;:&quot;12pt&quot;,&quot;paragraph&quot;:2,&quot;line&quot;:1.15},{&quot;id&quot;:&quot;13pt&quot;,&quot;paragraph&quot;:3,&quot;line&quot;:1.3},{&quot;id&quot;:&quot;14pt&quot;,&quot;paragraph&quot;:3,&quot;line&quot;:1.3},{&quot;id&quot;:&quot;15pt&quot;,&quot;paragraph&quot;:3,&quot;line&quot;:1.3},{&quot;id&quot;:&quot;16pt&quot;,&quot;paragraph&quot;:4,&quot;line&quot;:1.4},{&quot;id&quot;:&quot;17pt&quot;,&quot;paragraph&quot;:4,&quot;line&quot;:1.4},{&quot;id&quot;:&quot;18pt&quot;,&quot;paragraph&quot;:4,&quot;line&quot;:1.4}]},&quot;Green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fontUnderlined&quot;:false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fontUnderlined&quot;:false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Highlight&quot;,&quot;fontFamily&quot;:&quot;Calisto MT&quot;,&quot;fontColor&quot;:&quot;accent2&quot;,&quot;fontColor2&quot;:&quot;text2&quot;,&quot;fontWeight&quot;:&quot;bold&quot;,&quot;fontStyle&quot;:&quot;normal&quot;,&quot;fontSize&quot;:&quot;22pt&quot;,&quot;fontUnderlined&quot;:false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fontUnderlined&quot;:false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fontUnderlined&quot;:false},{&quot;name&quot;:&quot;Custom1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2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3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031d12&quot;},{&quot;name&quot;:&quot;accent1&quot;,&quot;value&quot;:&quot;#00564b&quot;},{&quot;name&quot;:&quot;accent2&quot;,&quot;value&quot;:&quot;#009c58&quot;},{&quot;name&quot;:&quot;secondary1&quot;,&quot;value&quot;:&quot;#17de88&quot;},{&quot;name&quot;:&quot;secondary2&quot;,&quot;value&quot;:&quot;#e2f2e6&quot;},{&quot;name&quot;:&quot;shading1&quot;,&quot;value&quot;:&quot;#dfdfdf&quot;},{&quot;name&quot;:&quot;shading2&quot;,&quot;value&quot;:&quot;#bbbbbb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3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ashed&quot;}],&quot;dataVisualizationColors&quot;:{&quot;sequential&quot;:[&quot;#118955&quot;,&quot;#58ac88&quot;,&quot;#88c4aa&quot;,&quot;#b8dccc&quot;,&quot;#e7f3ee&quot;],&quot;diverging&quot;:[&quot;#29669f&quot;,&quot;#5f8fc2&quot;,&quot;#9f99a4&quot;,&quot;#c6683c&quot;,&quot;#b75200&quot;]},&quot;statusColors&quot;:[{&quot;name&quot;:&quot;success&quot;,&quot;value&quot;:&quot;#009917&quot;},{&quot;name&quot;:&quot;warning&quot;,&quot;value&quot;:&quot;#FFD000&quot;},{&quot;name&quot;:&quot;danger&quot;,&quot;value&quot;:&quot;#DD0000&quot;}],&quot;lineSpacing&quot;:[{&quot;id&quot;:&quot;8pt&quot;,&quot;paragraph&quot;:1,&quot;line&quot;:1},{&quot;id&quot;:&quot;9pt&quot;,&quot;paragraph&quot;:1,&quot;line&quot;:1},{&quot;id&quot;:&quot;10pt&quot;,&quot;paragraph&quot;:2,&quot;line&quot;:1.15},{&quot;id&quot;:&quot;11pt&quot;,&quot;paragraph&quot;:2,&quot;line&quot;:1.15},{&quot;id&quot;:&quot;12pt&quot;,&quot;paragraph&quot;:2,&quot;line&quot;:1.15},{&quot;id&quot;:&quot;13pt&quot;,&quot;paragraph&quot;:3,&quot;line&quot;:1.3},{&quot;id&quot;:&quot;14pt&quot;,&quot;paragraph&quot;:3,&quot;line&quot;:1.3},{&quot;id&quot;:&quot;15pt&quot;,&quot;paragraph&quot;:3,&quot;line&quot;:1.3},{&quot;id&quot;:&quot;16pt&quot;,&quot;paragraph&quot;:4,&quot;line&quot;:1.4},{&quot;id&quot;:&quot;17pt&quot;,&quot;paragraph&quot;:4,&quot;line&quot;:1.4},{&quot;id&quot;:&quot;18pt&quot;,&quot;paragraph&quot;:4,&quot;line&quot;:1.4}]},&quot;Black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fontUnderlined&quot;:false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fontUnderlined&quot;:false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Highlight&quot;,&quot;fontFamily&quot;:&quot;Calisto MT&quot;,&quot;fontColor&quot;:&quot;accent2&quot;,&quot;fontColor2&quot;:&quot;text2&quot;,&quot;fontWeight&quot;:&quot;bold&quot;,&quot;fontStyle&quot;:&quot;normal&quot;,&quot;fontSize&quot;:&quot;22pt&quot;,&quot;fontUnderlined&quot;:false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fontUnderlined&quot;:false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fontUnderlined&quot;:false},{&quot;name&quot;:&quot;Custom1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2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,{&quot;name&quot;:&quot;Custom3&quot;,&quot;fontFamily&quot;:&quot;Arial&quot;,&quot;fontColor&quot;:&quot;text&quot;,&quot;fontColor2&quot;:&quot;text2&quot;,&quot;fontWeight&quot;:&quot;normal&quot;,&quot;fontStyle&quot;:&quot;normal&quot;,&quot;fontSize&quot;:&quot;12pt&quot;,&quot;fontUnderlined&quot;:false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000000&quot;},{&quot;name&quot;:&quot;accent1&quot;,&quot;value&quot;:&quot;#444444&quot;},{&quot;name&quot;:&quot;accent2&quot;,&quot;value&quot;:&quot;#cecbb0&quot;},{&quot;name&quot;:&quot;secondary1&quot;,&quot;value&quot;:&quot;#e6d327&quot;},{&quot;name&quot;:&quot;secondary2&quot;,&quot;value&quot;:&quot;#e3e3e3&quot;},{&quot;name&quot;:&quot;shading1&quot;,&quot;value&quot;:&quot;#dadada&quot;},{&quot;name&quot;:&quot;shading2&quot;,&quot;value&quot;:&quot;#bbbbbb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3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ashed&quot;}],&quot;dataVisualizationColors&quot;:{&quot;sequential&quot;:[&quot;#212121&quot;,&quot;#646464&quot;,&quot;#909090&quot;,&quot;#bcbcbc&quot;,&quot;#eeeeee&quot;],&quot;diverging&quot;:[&quot;#EBEA02&quot;,&quot;#e6f035&quot;,&quot;#b9ee5d&quot;,&quot;#97e07c&quot;,&quot;#81cc8a&quot;]},&quot;statusColors&quot;:[{&quot;name&quot;:&quot;success&quot;,&quot;value&quot;:&quot;#009917&quot;},{&quot;name&quot;:&quot;warning&quot;,&quot;value&quot;:&quot;#FFD000&quot;},{&quot;name&quot;:&quot;danger&quot;,&quot;value&quot;:&quot;#DD0000&quot;}],&quot;lineSpacing&quot;:[{&quot;id&quot;:&quot;8pt&quot;,&quot;paragraph&quot;:1,&quot;line&quot;:1},{&quot;id&quot;:&quot;9pt&quot;,&quot;paragraph&quot;:1,&quot;line&quot;:1},{&quot;id&quot;:&quot;10pt&quot;,&quot;paragraph&quot;:2,&quot;line&quot;:1.15},{&quot;id&quot;:&quot;11pt&quot;,&quot;paragraph&quot;:2,&quot;line&quot;:1.15},{&quot;id&quot;:&quot;12pt&quot;,&quot;paragraph&quot;:2,&quot;line&quot;:1.15},{&quot;id&quot;:&quot;13pt&quot;,&quot;paragraph&quot;:3,&quot;line&quot;:1.3},{&quot;id&quot;:&quot;14pt&quot;,&quot;paragraph&quot;:3,&quot;line&quot;:1.3},{&quot;id&quot;:&quot;15pt&quot;,&quot;paragraph&quot;:3,&quot;line&quot;:1.3},{&quot;id&quot;:&quot;16pt&quot;,&quot;paragraph&quot;:4,&quot;line&quot;:1.4},{&quot;id&quot;:&quot;17pt&quot;,&quot;paragraph&quot;:4,&quot;line&quot;:1.4},{&quot;id&quot;:&quot;18pt&quot;,&quot;paragraph&quot;:4,&quot;line&quot;:1.4}]},&quot;Custom Blue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textDecoration&quot;:&quot;normal&quot;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textDecoration&quot;:&quot;normal&quot;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textDecoration&quot;:&quot;normal&quot;},{&quot;name&quot;:&quot;Highlight&quot;,&quot;fontFamily&quot;:&quot;Calisto MT&quot;,&quot;fontColor&quot;:&quot;hyperlink&quot;,&quot;fontColor2&quot;:&quot;text2&quot;,&quot;fontWeight&quot;:&quot;bold&quot;,&quot;fontStyle&quot;:&quot;normal&quot;,&quot;fontSize&quot;:&quot;20pt&quot;,&quot;textDecoration&quot;:&quot;normal&quot;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textDecoration&quot;:&quot;normal&quot;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textDecoration&quot;:&quot;normal&quot;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001F3F&quot;},{&quot;name&quot;:&quot;accent1&quot;,&quot;value&quot;:&quot;#001866&quot;},{&quot;name&quot;:&quot;accent2&quot;,&quot;value&quot;:&quot;#4C05FF&quot;},{&quot;name&quot;:&quot;secondary1&quot;,&quot;value&quot;:&quot;#64AAF5&quot;},{&quot;name&quot;:&quot;secondary2&quot;,&quot;value&quot;:&quot;#e8f0fa&quot;},{&quot;name&quot;:&quot;shading1&quot;,&quot;value&quot;:&quot;#e4e8f2&quot;},{&quot;name&quot;:&quot;shading2&quot;,&quot;value&quot;:&quot;#cdd1d6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6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otted&quot;}],&quot;dataVisualizationColors&quot;:{&quot;sequential&quot;:[&quot;#00186A&quot;,&quot;#4d5d94&quot;,&quot;#808bb2&quot;,&quot;#b2bad1&quot;,&quot;#e5e8f0&quot;],&quot;diverging&quot;:[&quot;#c364e5&quot;,&quot;#dd64e5&quot;,&quot;#3dc7dc&quot;,&quot;#76e2f3&quot;,&quot;#6abbe4&quot;]},&quot;statusColors&quot;:[{&quot;name&quot;:&quot;success&quot;,&quot;value&quot;:&quot;#009917&quot;},{&quot;name&quot;:&quot;warning&quot;,&quot;value&quot;:&quot;#FFD000&quot;},{&quot;name&quot;:&quot;danger&quot;,&quot;value&quot;:&quot;#DD0000&quot;}]},&quot;new&quot;:{&quot;presets&quot;:[{&quot;name&quot;:&quot;Header&quot;,&quot;fontFamily&quot;:&quot;Arial&quot;,&quot;fontColor&quot;:&quot;text&quot;,&quot;fontColor2&quot;:&quot;text2&quot;,&quot;fontWeight&quot;:&quot;bold&quot;,&quot;fontStyle&quot;:&quot;normal&quot;,&quot;fontSize&quot;:&quot;16pt&quot;,&quot;textDecoration&quot;:&quot;normal&quot;},{&quot;name&quot;:&quot;SubHeader&quot;,&quot;fontFamily&quot;:&quot;Arial&quot;,&quot;fontColor&quot;:&quot;text&quot;,&quot;fontColor2&quot;:&quot;text2&quot;,&quot;fontWeight&quot;:&quot;bold&quot;,&quot;fontStyle&quot;:&quot;normal&quot;,&quot;fontSize&quot;:&quot;14pt&quot;,&quot;textDecoration&quot;:&quot;normal&quot;},{&quot;name&quot;:&quot;Body&quot;,&quot;fontFamily&quot;:&quot;Arial&quot;,&quot;fontColor&quot;:&quot;text&quot;,&quot;fontColor2&quot;:&quot;text2&quot;,&quot;fontWeight&quot;:&quot;normal&quot;,&quot;fontStyle&quot;:&quot;normal&quot;,&quot;fontSize&quot;:&quot;12pt&quot;,&quot;textDecoration&quot;:&quot;normal&quot;},{&quot;name&quot;:&quot;Highlight&quot;,&quot;fontFamily&quot;:&quot;Calisto MT&quot;,&quot;fontColor&quot;:&quot;accent2&quot;,&quot;fontColor2&quot;:&quot;text2&quot;,&quot;fontWeight&quot;:&quot;bold&quot;,&quot;fontStyle&quot;:&quot;normal&quot;,&quot;fontSize&quot;:&quot;22pt&quot;,&quot;textDecoration&quot;:&quot;normal&quot;},{&quot;name&quot;:&quot;SmallBody&quot;,&quot;fontFamily&quot;:&quot;Arial&quot;,&quot;fontColor&quot;:&quot;text&quot;,&quot;fontColor2&quot;:&quot;text2&quot;,&quot;fontWeight&quot;:&quot;normal&quot;,&quot;fontStyle&quot;:&quot;normal&quot;,&quot;fontSize&quot;:&quot;10pt&quot;,&quot;textDecoration&quot;:&quot;normal&quot;},{&quot;name&quot;:&quot;Caption&quot;,&quot;fontFamily&quot;:&quot;Arial&quot;,&quot;fontColor&quot;:&quot;text&quot;,&quot;fontColor2&quot;:&quot;text2&quot;,&quot;fontWeight&quot;:&quot;normal&quot;,&quot;fontStyle&quot;:&quot;italic&quot;,&quot;fontSize&quot;:&quot;8pt&quot;,&quot;textDecoration&quot;:&quot;normal&quot;}],&quot;defaults&quot;:{&quot;preset&quot;:&quot;Body&quot;,&quot;border&quot;:&quot;level3&quot;,&quot;color&quot;:&quot;text&quot;,&quot;spacer&quot;:&quot;medium&quot;},&quot;colors&quot;:[{&quot;name&quot;:&quot;text&quot;,&quot;value&quot;:&quot;#333333&quot;},{&quot;name&quot;:&quot;background&quot;,&quot;value&quot;:&quot;#ffffff&quot;},{&quot;name&quot;:&quot;text2&quot;,&quot;value&quot;:&quot;#FFFFFF&quot;},{&quot;name&quot;:&quot;background2&quot;,&quot;value&quot;:&quot;#002C58&quot;},{&quot;name&quot;:&quot;accent1&quot;,&quot;value&quot;:&quot;#001866&quot;},{&quot;name&quot;:&quot;accent2&quot;,&quot;value&quot;:&quot;#4C05FF&quot;},{&quot;name&quot;:&quot;secondary1&quot;,&quot;value&quot;:&quot;#5Da8f9&quot;},{&quot;name&quot;:&quot;secondary2&quot;,&quot;value&quot;:&quot;#e8f0fa&quot;},{&quot;name&quot;:&quot;shading1&quot;,&quot;value&quot;:&quot;#eAeaea&quot;},{&quot;name&quot;:&quot;shading2&quot;,&quot;value&quot;:&quot;#c0c0c0&quot;},{&quot;name&quot;:&quot;hyperlink&quot;,&quot;value&quot;:&quot;#362fec&quot;},{&quot;name&quot;:&quot;followedhyperlink&quot;,&quot;value&quot;:&quot;#9C1FFE&quot;}],&quot;fontFamilies&quot;:[&quot;Arial&quot;,&quot;Bahnschrift&quot;,&quot;Baskerville Old Face&quot;,&quot;Bell MT&quot;,&quot;Bodoni MT&quot;,&quot;Book Antiqua&quot;,&quot;Bookman Old Style&quot;,&quot;Calibri&quot;,&quot;Calibri Light&quot;,&quot;Calisto MT&quot;,&quot;Cambria&quot;,&quot;Candara&quot;,&quot;Centaur&quot;,&quot;Century&quot;,&quot;Century Gothic&quot;,&quot;Consolas&quot;,&quot;Constantia&quot;,&quot;Corbel&quot;,&quot;Franklin Gothic Book&quot;,&quot;Garamond&quot;,&quot;Georgia&quot;,&quot;Gill Sans MT&quot;,&quot;Lucida Sans&quot;,&quot;Palatino Linotype&quot;,&quot;Perpetua&quot;,&quot;Rockwell&quot;,&quot;Sans Serif Collection&quot;,&quot;Segoe UI&quot;,&quot;Sylfaen&quot;,&quot;Tahoma&quot;,&quot;Times New Roman&quot;,&quot;Trebuchet MS&quot;,&quot;Verdana&quot;],&quot;fontSizes&quot;:[&quot;8pt&quot;,&quot;10pt&quot;,&quot;12pt&quot;,&quot;14pt&quot;,&quot;16pt&quot;,&quot;18pt&quot;,&quot;20pt&quot;,&quot;24pt&quot;],&quot;spacerWidths&quot;:[{&quot;name&quot;:&quot;expansive&quot;,&quot;width&quot;:72},{&quot;name&quot;:&quot;spacious&quot;,&quot;width&quot;:56},{&quot;name&quot;:&quot;comfortable&quot;,&quot;width&quot;:36},{&quot;name&quot;:&quot;cozy&quot;,&quot;width&quot;:28},{&quot;name&quot;:&quot;compact&quot;,&quot;width&quot;:18}],&quot;cellPadding&quot;:6,&quot;borders&quot;:[{&quot;name&quot;:&quot;level1&quot;,&quot;width&quot;:3,&quot;color&quot;:&quot;background2&quot;,&quot;type&quot;:&quot;solid&quot;},{&quot;name&quot;:&quot;level2&quot;,&quot;width&quot;:2,&quot;color&quot;:&quot;accent1&quot;,&quot;type&quot;:&quot;solid&quot;},{&quot;name&quot;:&quot;level3&quot;,&quot;width&quot;:1,&quot;color&quot;:&quot;text&quot;,&quot;type&quot;:&quot;solid&quot;},{&quot;name&quot;:&quot;level4&quot;,&quot;width&quot;:1,&quot;color&quot;:&quot;shading2&quot;,&quot;type&quot;:&quot;solid&quot;},{&quot;name&quot;:&quot;level5&quot;,&quot;width&quot;:1,&quot;color&quot;:&quot;shading2&quot;,&quot;type&quot;:&quot;dashed&quot;}],&quot;dataVisualizationColors&quot;:{&quot;sequential&quot;:[&quot;#1d25c4&quot;,&quot;#6166d6&quot;,&quot;#8e92e1&quot;,&quot;#BBBEED&quot;,&quot;#E8E9F9&quot;],&quot;diverging&quot;:[&quot;#4DC1FF&quot;,&quot;#4170F3&quot;,&quot;#7A6DEF&quot;,&quot;#B36BF1&quot;,&quot;#DB64FF&quot;]},&quot;statusColors&quot;:[{&quot;name&quot;:&quot;success&quot;,&quot;value&quot;:&quot;#009917&quot;},{&quot;name&quot;:&quot;warning&quot;,&quot;value&quot;:&quot;#FFD000&quot;},{&quot;name&quot;:&quot;danger&quot;,&quot;value&quot;:&quot;#DD0000&quot;}]}}}"/>
  <p:tag name="DECKAI_COLOR_SCHEMES" val="Hello from VBA at 10:58:17 A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IDD" val="{&quot;cols&quot;:[&quot;*&quot;,&quot;*&quot;,&quot;*&quot;,&quot;*&quot;,&quot;*&quot;,&quot;*&quot;],&quot;rows&quot;:[&quot;*&quot;,&quot;*&quot;,&quot;*&quot;,&quot;*&quot;,&quot;*&quot;],&quot;cells&quot;:[[{&quot;id&quot;:&quot;1d92966c-d34d-4e4e-887a-5d70101a6a9c&quot;,&quot;text&quot;:&quot;&quot;},{&quot;id&quot;:&quot;05f3862c-589c-4fbd-bba1-d3c46d416ea4&quot;,&quot;text&quot;:&quot;&quot;},{&quot;id&quot;:&quot;7b25a210-1b83-44af-acc0-d623b727b7c6&quot;,&quot;text&quot;:&quot;&quot;},{&quot;id&quot;:&quot;d94dcb98-a556-4f54-a51f-fa9ca17ce0bc&quot;,&quot;text&quot;:&quot;&quot;},{&quot;id&quot;:&quot;58d2e046-4a53-4377-8f82-f004e1639118&quot;,&quot;text&quot;:&quot;&quot;},{&quot;id&quot;:&quot;0e1311e1-29d7-45f5-8394-ad66b3ac1836&quot;,&quot;text&quot;:&quot;&quot;}],[{&quot;id&quot;:&quot;3af13709-e3f2-4529-9acc-8106e238f6c0&quot;,&quot;text&quot;:&quot;&quot;},{&quot;id&quot;:&quot;41bb1002-675a-44ee-8915-530b38a45e11&quot;,&quot;text&quot;:&quot;&quot;},{&quot;id&quot;:&quot;d7aba1e3-f7de-44a7-b897-df0540a3b29a&quot;,&quot;text&quot;:&quot;&quot;},{&quot;id&quot;:&quot;9ca97d1f-b3be-450f-90d8-ebe82c459869&quot;,&quot;text&quot;:&quot;&quot;},{&quot;id&quot;:&quot;64b1ec47-8e65-40c8-b7b0-1aa5d32657ff&quot;,&quot;text&quot;:&quot;&quot;},{&quot;id&quot;:&quot;84822373-91d7-4bca-9aeb-c4ecc0f69081&quot;,&quot;text&quot;:&quot;&quot;}],[{&quot;id&quot;:&quot;8efa86ff-994a-4578-8bec-95c0aae0d7e0&quot;,&quot;text&quot;:&quot;&quot;},{&quot;id&quot;:&quot;cb0a012e-0903-4293-81f7-724bf2bd6cb4&quot;,&quot;text&quot;:&quot;&quot;},{&quot;id&quot;:&quot;a733c1b6-8196-41da-b6d0-25016409ab10&quot;,&quot;text&quot;:&quot;&quot;},{&quot;id&quot;:&quot;b8d1afab-3b83-4405-8499-46b957b0752b&quot;,&quot;text&quot;:&quot;&quot;},{&quot;id&quot;:&quot;703b9463-5d5a-4a34-9e97-9c7b3ab0008c&quot;,&quot;text&quot;:&quot;&quot;},{&quot;id&quot;:&quot;78cfc984-02e5-41fd-ac97-e6f043d3cb6d&quot;,&quot;text&quot;:&quot;&quot;}],[{&quot;id&quot;:&quot;be940fd0-4529-4d56-960a-763d96704ff2&quot;,&quot;text&quot;:&quot;&quot;},{&quot;id&quot;:&quot;61d40131-df68-429c-b597-3574bac7d655&quot;,&quot;text&quot;:&quot;&quot;},{&quot;id&quot;:&quot;765b06b2-bfae-438c-b346-f4d88c9ec93a&quot;,&quot;text&quot;:&quot;&quot;},{&quot;id&quot;:&quot;b62e6e25-e198-47e8-b17d-28b0e4dbcb98&quot;,&quot;text&quot;:&quot;&quot;},{&quot;id&quot;:&quot;2b7282d7-8e92-450b-bab0-606074935486&quot;,&quot;text&quot;:&quot;&quot;},{&quot;id&quot;:&quot;3a5e7ac8-4884-401d-b68c-b62396045129&quot;,&quot;text&quot;:&quot;&quot;}],[{&quot;id&quot;:&quot;6aa1fb84-afd0-461e-8f64-3f21488a60e4&quot;,&quot;text&quot;:&quot;&quot;},{&quot;id&quot;:&quot;f310cdb1-1952-49b9-98f1-1a71f84d469a&quot;,&quot;text&quot;:&quot;&quot;},{&quot;id&quot;:&quot;11e9e1a4-9016-4bd5-a85c-48c382091d68&quot;,&quot;text&quot;:&quot;&quot;},{&quot;id&quot;:&quot;4c7ee451-e217-45c0-9f5e-300a0d638375&quot;,&quot;text&quot;:&quot;&quot;},{&quot;id&quot;:&quot;5cf19214-f69b-4ffd-8a9e-3efc7e601490&quot;,&quot;text&quot;:&quot;&quot;},{&quot;id&quot;:&quot;0fe0404c-519d-4802-a448-f11d69bd6dc8&quot;,&quot;text&quot;:&quot;&quot;}]],&quot;borders&quot;:[],&quot;cellStyles&quot;:{&quot;1d92966c-d34d-4e4e-887a-5d70101a6a9c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05f3862c-589c-4fbd-bba1-d3c46d416ea4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7b25a210-1b83-44af-acc0-d623b727b7c6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d94dcb98-a556-4f54-a51f-fa9ca17ce0bc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58d2e046-4a53-4377-8f82-f004e1639118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0e1311e1-29d7-45f5-8394-ad66b3ac1836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3af13709-e3f2-4529-9acc-8106e238f6c0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41bb1002-675a-44ee-8915-530b38a45e11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d7aba1e3-f7de-44a7-b897-df0540a3b29a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9ca97d1f-b3be-450f-90d8-ebe82c459869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64b1ec47-8e65-40c8-b7b0-1aa5d32657ff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84822373-91d7-4bca-9aeb-c4ecc0f69081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8efa86ff-994a-4578-8bec-95c0aae0d7e0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cb0a012e-0903-4293-81f7-724bf2bd6cb4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a733c1b6-8196-41da-b6d0-25016409ab10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b8d1afab-3b83-4405-8499-46b957b0752b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703b9463-5d5a-4a34-9e97-9c7b3ab0008c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78cfc984-02e5-41fd-ac97-e6f043d3cb6d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be940fd0-4529-4d56-960a-763d96704ff2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61d40131-df68-429c-b597-3574bac7d655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765b06b2-bfae-438c-b346-f4d88c9ec93a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b62e6e25-e198-47e8-b17d-28b0e4dbcb98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2b7282d7-8e92-450b-bab0-606074935486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3a5e7ac8-4884-401d-b68c-b62396045129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6aa1fb84-afd0-461e-8f64-3f21488a60e4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f310cdb1-1952-49b9-98f1-1a71f84d469a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11e9e1a4-9016-4bd5-a85c-48c382091d68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4c7ee451-e217-45c0-9f5e-300a0d638375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5cf19214-f69b-4ffd-8a9e-3efc7e601490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,&quot;0fe0404c-519d-4802-a448-f11d69bd6dc8&quot;:{&quot;weight&quot;:&quot;normal&quot;,&quot;style&quot;:&quot;normal&quot;,&quot;size&quot;:&quot;12pt&quot;,&quot;fontFamily&quot;:&quot;Arial&quot;,&quot;color&quot;:&quot;#333333&quot;,&quot;preset&quot;:&quot;Body&quot;,&quot;colorName&quot;:&quot;text&quot;,&quot;fontUnderlined&quot;:false}},&quot;spacerStyles&quot;:{&quot;columnColors&quot;:[],&quot;rowColors&quot;:[]},&quot;merged&quot;:[]}"/>
</p:tagLst>
</file>

<file path=ppt/theme/theme1.xml><?xml version="1.0" encoding="utf-8"?>
<a:theme xmlns:a="http://schemas.openxmlformats.org/drawingml/2006/main" name="Gridd base template">
  <a:themeElements>
    <a:clrScheme name="Gridd base template - blue">
      <a:dk1>
        <a:srgbClr val="000000"/>
      </a:dk1>
      <a:lt1>
        <a:srgbClr val="FFFFFF"/>
      </a:lt1>
      <a:dk2>
        <a:srgbClr val="FFFFFF"/>
      </a:dk2>
      <a:lt2>
        <a:srgbClr val="002C58"/>
      </a:lt2>
      <a:accent1>
        <a:srgbClr val="001866"/>
      </a:accent1>
      <a:accent2>
        <a:srgbClr val="362FEC"/>
      </a:accent2>
      <a:accent3>
        <a:srgbClr val="5DA8F9"/>
      </a:accent3>
      <a:accent4>
        <a:srgbClr val="E8F0FA"/>
      </a:accent4>
      <a:accent5>
        <a:srgbClr val="EAEAEA"/>
      </a:accent5>
      <a:accent6>
        <a:srgbClr val="C0C0C0"/>
      </a:accent6>
      <a:hlink>
        <a:srgbClr val="362FEC"/>
      </a:hlink>
      <a:folHlink>
        <a:srgbClr val="9C1FFE"/>
      </a:folHlink>
    </a:clrScheme>
    <a:fontScheme name="Gridd default">
      <a:majorFont>
        <a:latin typeface="Calisto M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18AB0833-DACF-894C-A969-782AF801586E}" vid="{D715DE9C-65F8-CE41-8F96-AE5CD7144C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A3B333-8C9E-1A4F-B302-D02F16942342}">
  <we:reference id="wa200009462" version="1.0.0.0" store="en-US" storeType="OMEX"/>
  <we:alternateReferences>
    <we:reference id="WA200009462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A778CEC-D13A-7E43-8595-200CE7783E1C}">
  <we:reference id="2845bc77-7cae-465a-80ad-ad7cdc03c105" version="1.0.0.0" store="EXCatalog" storeType="EXCatalog"/>
  <we:alternateReferences>
    <we:reference id="WA200008372" version="1.0.0.0" store="en-US" storeType="OMEX"/>
  </we:alternateReferences>
  <we:properties/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Gridd base template</Template>
  <TotalTime>1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Calisto MT</vt:lpstr>
      <vt:lpstr>Gridd base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Sandor Nagy</dc:creator>
  <cp:lastModifiedBy>Sandor Nagy</cp:lastModifiedBy>
  <cp:revision>2</cp:revision>
  <dcterms:created xsi:type="dcterms:W3CDTF">2026-04-29T08:56:58Z</dcterms:created>
  <dcterms:modified xsi:type="dcterms:W3CDTF">2026-04-29T08:58:18Z</dcterms:modified>
</cp:coreProperties>
</file>